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5 e 6 · Webaula: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23444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9748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Eficiente e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e crises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 direitos; deve ser limitado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de 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análise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sociais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no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concorrência perfeita é desmentida pelos monopólios.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 antitruste: Sherman Act (EUA,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Stuart Mill: liberdade com reformas sociais e educação.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Bernstein: </a:t>
            </a:r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social-democracia e reformas graduais pela via eleitoral.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imperialismo e via revolucionária.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2026-09-26T16:22:12Z</dcterms:created>
  <dcterms:modified xsi:type="dcterms:W3CDTF">2026-09-26T16:22:12Z</dcterms:modified>
</cp:coreProperties>
</file>