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29260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A matriz marxista e as mudanças do século XIX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474720"/>
            <a:ext cx="457200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2026/2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· A matriz marxista e as mudanças do século XIX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 · 1º bloco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 a 01/11/2026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3 · Leitura: COELHO (2014), matriz marxista e mudanças do séc. XIX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5 e 6 · Webaula: 28/10, 19h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marxista: conceitos centrais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Marx e Engels: o capitalismo como modo de produção histórico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3749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Materialismo histórico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econômica condiciona a superestrutura jurídica, política e ideológica.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234440"/>
            <a:ext cx="3749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Luta de classes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Burguesia (meios de produção) × proletariado (força de trabalho).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749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Mais-valia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produzido pelo trabalhador além do salário: fonte do lucro.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286000"/>
            <a:ext cx="37490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Superprodução e concentração do capital.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de todas as sociedades até hoje existentes é a história das lutas de classes. (Manifesto Comunista, 1848)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na visão marxista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498080" cy="1005840"/>
          </a:xfrm>
          <a:prstGeom prst="roundRect">
            <a:avLst>
              <a:gd name="adj" fmla="val 7273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executivo do Estado moderno não passa de um comitê para gerir os negócios comuns de toda a burguesia.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UsersC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724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54203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Socialismo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Transição: socialização dos meios de produção e ditadura do proletariado.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246888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Do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27249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254203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Comunismo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 sem classes, na qual o Estado se extingue.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 × marxista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das duas matrizes teóricas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34440"/>
          <a:ext cx="7498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9748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liberal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marxista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Eficiente e natural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e crises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Garante direitos; deve ser limitado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Instrumento de dominação de 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análise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Indivíduo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sociais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Propriedade privada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Direito natural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exploração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Aperfeiçoar o capitalismo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Superar o capitalismo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capitalismo no final do século XIX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Revolução Industrial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Aço, eletricidade, química e petróleo.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343656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empresas, trustes e cartéis.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001512" y="118872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4475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26187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financeiro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entre bancos e indústria.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85800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FistRais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Trabalhadores organizados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Sindicatos e partidos operários.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3343656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480816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21" name="Image 4" descr="/tmp/claude-0/-home-user-zero-claude/d7e33190-c541-582c-a7cc-1156817732ce/scratchpad/deck/assets/icon_FaVoteY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299923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029456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Sufrágio ampliado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cidadãos com direito de voto.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001512" y="2743200"/>
            <a:ext cx="2456688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138672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25" name="Image 5" descr="/tmp/claude-0/-home-user-zero-claude/d7e33190-c541-582c-a7cc-1156817732ce/scratchpad/deck/assets/icon_FaFirstA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256" y="299923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87312" y="2816352"/>
            <a:ext cx="1679448" cy="12435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sociais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Bismarck, Alemanha, década de 1880.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sobre as duas matrizes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379476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LIBERAL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Liberalismo social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concorrência perfeita é desmentida pelos monopólios.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 antitruste: Sherman Act (EUA, 1890).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 de alguma intervenção do Estado.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34440"/>
            <a:ext cx="3794760" cy="2971800"/>
          </a:xfrm>
          <a:prstGeom prst="roundRect">
            <a:avLst>
              <a:gd name="adj" fmla="val 1846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MARXISTA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× revolução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Bernstein: </a:t>
            </a:r>
            <a:pPr algn="l" marL="177800" indent="-1778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social-democracia e reformas graduais pela via eleitoral.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Lênin: </a:t>
            </a:r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imperialismo (1916) e via revolucionária.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3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26/10 (seg)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3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28/10 (qua)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3ª webaula, às 19h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01/11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temático 2: como um liberal e um marxista avaliariam uma mesma política pública?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os modelos de Estado no século XX e o Estado brasileiro.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 e Mercado – Unidade 3: A matriz marxista e as mudanças do século XIX</dc:title>
  <dc:subject>PptxGenJS Presentation</dc:subject>
  <dc:creator>Prof. Dr. Cleiton Franco</dc:creator>
  <cp:lastModifiedBy>Prof. Dr. Cleiton Franco</cp:lastModifiedBy>
  <cp:revision>1</cp:revision>
  <dcterms:created xsi:type="dcterms:W3CDTF">2026-09-26T16:11:18Z</dcterms:created>
  <dcterms:modified xsi:type="dcterms:W3CDTF">2026-09-26T16:11:18Z</dcterms:modified>
</cp:coreProperties>
</file>