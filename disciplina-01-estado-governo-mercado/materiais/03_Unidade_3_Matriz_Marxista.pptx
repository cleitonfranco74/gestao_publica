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os tópicos 5 e 6 do sumário da página de conteúdos. E atenção: hoje, segunda-feira, 26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foram eles? Karl Marx, que viveu de 1818 a 1883, foi um filósofo e economista alemão, autor de O Capital, de 1867. Friedrich Engels, de 1820 a 1895, foi o seu parceiro intelectual e coautor do Manifesto Comunista, de 1848. O ponto interessante é que os dois partem da mesma economia política clássica de Smith e Ricardo, para quem o valor vem do trabalho. Mas chegam a conclusões opostas: o capitalismo não é natural nem eterno; é um modo de produção histórico, marcado pela exploração e pelo conflito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Quanto ao foco, o liberalismo olha para o indivíduo livre e proprietário; o marxismo, para as classes sociais e o seu conflito. A propriedade privada é direito natural e base da liberdade para os liberais; para os marxistas, é a base da exploração e deve ser socializada.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as mudanças do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social. Os monopólios desmentem a ideia de concorrência perfeita, e vêm as leis antitruste, como o Sherman Act, nos Estados Unidos, em 1890. Esse liberalismo aceita alguma intervenção do Estado para garantir oportunidades, como defendia John Stuart Mill, com reformas sociais e educação. E aparecem as primeiras políticas sociais, com os seguros de Bismarck. Na matriz marxista, abre-se o debate entre reforma e revolução. O revisionismo de Bernstein diz que o socialismo poderia vir por reformas graduais e pela via eleitoral, sem revolução. A via revolucionária de Lênin diz que o capitalismo tinha chegado à fase do imperialismo, tema da obra de 1916, e que só a revolução, conduzida por um partido de vanguarda, levaria ao socialismo.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próprio dia 26 de outubro, segunda-feira, das 19h às 20h30, teremos o encontro síncrono pelo Google Meet, o único da disciplina, com revisão das Unidades 1 e 2, a abertura desta unidade e orientações para a A2 e a A3. Traga as suas dúvidas! E até 1º de novembro, participe do fórum temático 2: como um liberal e um marxista avaliariam uma mesma política pública? Na próxima unidade, os modelos de Estado do século XX e 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Marx, a base econômica (forças produtivas e relações de produção) condiciona: Letra a: A superestrutura jurídica, política e ideológica. Letra b: Apenas os preços dos produtos. Letra c: Somente o comércio exterior. Letra d: Nada: as ideias determinam a economia.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A superestrutura jurídica, política e ideológica. É a tese do materialismo histórico: Estado, Direito e ideologias se apoiam na base econômica.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Numa jornada de 8 horas, o trabalhador produz em 4 horas o valor do seu salário. As outras 4 horas geram: Letra a: Salário. Letra b: Mais-valia. Letra c: Juros. Letra d: Aluguel.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Mais-valia. O valor produzido no trabalho excedente é apropriado pelo capitalista: é a mais-valia, fonte do lucro.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Elevar a produtividade para reduzir o tempo de trabalho necessário gera mais-valia: Letra a: Absoluta. Letra b: Comercial. Letra c: Relativa. Letra d: Fictícia.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Relativa. A mais-valia relativa vem do aumento da produtividade; a absoluta, do prolongamento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Os primeiros seguros sociais estatais (doença, acidentes e velhice) foram criados: Letra a: Na Inglaterra de Thatcher. Letra b: Na Alemanha de Bismarck. Letra c: Nos EUA de Roosevelt. Letra d: Na União Soviética.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Na Alemanha de Bismarck. Entre 1883 e 1889, na Alemanha de Bismarck: marco inicial da proteção social pelo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Reformas graduais pela via eleitoral e revolução por um partido de vanguarda são, respectivamente, estratégias de: Letra a: Bernstein e Lênin. Letra b: Lênin e Bernstein. Letra c: Smith e Marx. Letra d: Keynes e Hayek.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Bernstein e Lênin. Bernstein representa o revisionismo social-democrata; Lênin, a via revolucionária.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3, vamos recapitular. [Apontar para o quadro da esquerda.] No tópico 5, vimos que, para Marx e Engels, o capitalismo é um modo de produção histórico. Estudamos o materialismo histórico, a luta de classes e a mais-valia, absoluta e relativa, e a visão do Estado como instrumento de dominação de classe, com a transição ao socialismo e ao comunismo. Também comparamos as leituras liberal e marxista de uma mesma política. [Apontar para o quadro da direita.] No tópico 6, vimos as mudanças do final do século XIX: a Segunda Revolução Industrial, a concentração e o capital financeiro, os trabalhadores organizados e o voto ampliado, e os primeiros seguros sociais, na Alemanha de Bismarck e, no Brasil, com a Lei Eloy Chaves e a CLT. Essas mudanças produziram o liberalismo social, as leis antitruste e o debate entre reforma, com Bernstein, e revolução, com Lênin. Na próxima unidade, os modelos de Estado do século XX e o Estado brasileiro.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síncrono: 26/10,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a crítica ao capitalismo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1818–1883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Filósofo e economista alemão. Obra central: O Capital (1867).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1820–1895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Engels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intelectual de Marx e coautor do Manifesto Comunista (1848).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606040"/>
            <a:ext cx="7772400" cy="1691640"/>
          </a:xfrm>
          <a:prstGeom prst="roundRect">
            <a:avLst>
              <a:gd name="adj" fmla="val 324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ponto de partida, conclusões opostas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Partem da economia política clássica de Smith e Ricardo, para quem o valor vem do trabalho.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Concluem que o capitalismo não é natural nem eterno: é um modo de produção histórico, marcado pela exploração e pelo conflito de classes.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eficiente e natural de coordenação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exploração e fonte de crises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Garantidor de direitos e contratos; deve ser limitado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da classe dominante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 / classe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no indivíduo livre e proprietário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nas classes sociais e em seu conflito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natural, base da liberdade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exploração, deve ser socializada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novo capitalismo e seus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monopólios desmentem a concorrência perfeita: leis antitruste (Sherman Act, 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alguma intervenção do Estado para garantir oportunidades.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Stuart Mill: liberdade com reformas sociais e educação.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políticas sociais: seguros de Bismarck (anos 1880).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Revisionismo (Bernstein): </a:t>
            </a:r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socialismo viria por reformas graduais e pela via eleitoral, sem revolução.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revolucionária (Lênin):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chegara à fase do imperialismo (1916); só a revolução, conduzida por um partido de vanguarda, levaria ao socialismo.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único (Google Meet), 19h–20h30: revisão das Unidades 1 e 2, abertura da Unidade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é um modo de produção histórico.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histórico, luta de classes e mais-valia (absoluta e relativa).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como instrumento de dominação de classe; socialismo e comunismo.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Liberais e marxistas fazem leituras opostas de uma mesma política.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Industrial, concentração e capital financeiro.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 e ampliação do voto.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de Bismarck; no Brasil, Lei Eloy Chaves e CLT.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 e leis antitruste.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(Bernstein) × revolução (Lênin).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do século XX e o Estado brasileiro.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2026-09-28T20:52:10Z</dcterms:created>
  <dcterms:modified xsi:type="dcterms:W3CDTF">2026-09-28T20:52:10Z</dcterms:modified>
</cp:coreProperties>
</file>