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Trabalho necessário (salário)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Trabalho excedente (mais-valia)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0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Slide-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COELHO (2014), matriz marxista e mudanças do séc. XIX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5 e 6 · Encontro síncrono: 28/10,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capitalismo, classes e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marxista: conceitos centrais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como modo de produção histórico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econômica condiciona a superestrutura jurídica, política e ideológica.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Luta de classes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Burguesia (meios de produção) × proletariado (força de trabalho).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produzido pelo trabalhador além do salário: fonte do lucro.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Superprodução e concentração do capital.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749808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de todas as sociedades até hoje existentes é a história das lutas de classes. (Manifesto Comunista, 1848)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produção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base econômica se relaciona com o Estado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SUPERESTRUTURA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Direito, política, religião e ideologias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23957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(INFRAESTRUTURA)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Forças produtivas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máquinas, técnicas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 de produção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dono dos meios de produção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188720"/>
            <a:ext cx="2788920" cy="3063240"/>
          </a:xfrm>
          <a:prstGeom prst="roundRect">
            <a:avLst>
              <a:gd name="adj" fmla="val 1967"/>
            </a:avLst>
          </a:prstGeom>
          <a:solidFill>
            <a:srgbClr val="FBF4DC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produção na história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Escravista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Capitalista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suas classes e seu tipo de Estado.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Mais-valia: um exemplo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para Marx, o lucro vem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2A8C8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necessário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excedente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 8 horas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necessário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primeiras 4 horas, o trabalhador produz um valor igual ao seu salário.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89376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nas outras 4 horas fica com o capitalista: é a fonte do lucro.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55792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 × relativa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prolongar a jornada. Relativa: elevar a produtividade e reduzir o trabalho necessário.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 absoluta e relativa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da jornada de trabalho, em horas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trabalho necessário e excedente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4 h pagam o salário e 4 h geram mais-valia.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a jornada sobe para 10 h e o excedente, para 6 h.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Relativa: com mais produtividade, o salário é produzido em 3 h e o excedente sobe para 5 h.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didático baseado em Marx, O Capital (1867).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 visão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do Estado moderno não passa de um comitê para gerir os negócios comuns de toda a burguesia.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24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Transição: socialização dos meios de produção e ditadura do proletariado.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Do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724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sem classes, na qual o Estado se extingue.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Engels: a origem do Estado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da família, da propriedade privada e do Estado (1884)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Sociedades sem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comunidades primitivas não havia Estado.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excedente e a propriedade privada, surgem classes com interesses opostos.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poder que parece estar acima da sociedade, mas garante a dominação da classe proprietária.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4747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liberalismo, o Estado protege direitos de todos; para o marxismo, protege sobretudo os interesses da classe dominante.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 ×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duas matrizes teóricas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234440"/>
          <a:ext cx="7498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9748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marxista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Eficiente e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Exploração e crises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Garante direitos; deve ser limitado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Instrumento de dominação de classe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de análise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Indivíduo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sociais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privada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Direito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da exploração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Aperfeiçoar o capitalismo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Superar o capitalismo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política, duas leituras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786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real do salário mínimo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duas matrizes analisariam essa política?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Preocupa-se com os custos: se o salário superar a produtividade, pode haver menos contratações e mais informalidade. Prefere que o mercado defina salários.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uma conquista da luta dos trabalhadores, que reduz a exploração e a desigualdade, embora não supere o capitalismo.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capitalismo no final do século XIX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e impactos sobre as duas matrizes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capitalismo no final do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Aço, eletricidade, química e petróleo.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empresas, trustes e cartéis.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financeiro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entre bancos e indústria.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stRais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Sindicatos e partidos operários.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1" name="Image 4" descr="/tmp/claude-0/-home-user-zero-claude/d7e33190-c541-582c-a7cc-1156817732ce/scratchpad/deck/assets/icon_FaVoteY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Sufrágio ampliado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cidadãos com direito de voto.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5" name="Image 5" descr="/tmp/claude-0/-home-user-zero-claude/d7e33190-c541-582c-a7cc-1156817732ce/scratchpad/deck/assets/icon_FaFirstA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Bismarck, Alemanha, década de 1880.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Alemanha de Bismarck e reflexos no Brasil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Seguro-doença obrigatório para trabalhadores da indústria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contra acidentes de trabalho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de invalidez e velhice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Eloy Chaves: caixas de aposentadoria dos ferroviários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 das Leis do Trabalho, CLT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a proteger o trabalhador: começa a transição do Estado liberal para o Estado social.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sobre as duas matrizes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concorrência perfeita é desmentida pelos monopólios.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 antitruste: Sherman Act (EUA, 1890).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Stuart Mill: liberdade com reformas sociais e educação.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× revolução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Bernstein: </a:t>
            </a:r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social-democracia e reformas graduais pela via eleitoral.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Lênin: </a:t>
            </a:r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imperialismo e via revolucionária.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ou revolução?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Eduard Bernstein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Vladimir Lênin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Socialismo evolucionário (1899)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Estado e a Revolução (1917)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Reformas graduais, eleições e sindicatos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conduzida por um partido de vanguarda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usado para reformas sociais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 ser destruído e substituído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Herança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Social-democracia europeia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Russa e Estado soviético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5760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social-democrata ajudou a construir o Estado de bem-estar; a via revolucionária, o Estado socialista (Unidade 4).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(Google Meet), 19h–20h30: revisão das Unidades 1 a 3 e orientações para A2 e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01/11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como um liberal e um marxista avaliariam uma mesma política pública?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no século XX e o Estado brasileiro.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tese do materialismo histórico: Estado, Direito e ideologias se apoiam na base econômica.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no trabalho excedente é apropriado pelo capitalista: é a mais-valia, fonte do lucro.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mais-valia relativa vem do aumento da produtividade; a absoluta, do prolongamento da jornada.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1883 e 1889, na Alemanha de Bismarck: marco inicial da proteção social pelo Estado.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representa o revisionismo social-democrata; Lênin, a via revolucionária.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3: A matriz marxista e as mudanças do século XIX</dc:title>
  <dc:subject>PptxGenJS Presentation</dc:subject>
  <dc:creator>Prof. Dr. Cleiton Franco</dc:creator>
  <cp:lastModifiedBy>Prof. Dr. Cleiton Franco</cp:lastModifiedBy>
  <cp:revision>1</cp:revision>
  <dcterms:created xsi:type="dcterms:W3CDTF">2026-09-26T20:14:12Z</dcterms:created>
  <dcterms:modified xsi:type="dcterms:W3CDTF">2026-09-26T20:14:12Z</dcterms:modified>
</cp:coreProperties>
</file>