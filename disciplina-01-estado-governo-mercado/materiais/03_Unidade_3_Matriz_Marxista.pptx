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no dia 28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Quanto ao foco, o liberalismo olha para o indivíduo livre e proprietário; o marxismo, para as classes sociais e o seu conflito. A propriedade privada é direito natural e base da liberdade para os liberais; para os marxistas, é a base da exploração e deve ser socializada.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dia 28 de outubro, quarta-feira, das 19h às 20h30, teremos o encontro síncrono pelo Google Meet, com revisão das Unidades 1 a 3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3, vamos recapitular. [Apontar para o quadro da esquerda.] No tópico 5, vimos que, para Marx e Engels, o capitalismo é um modo de produção histórico. Estudamos o materialismo histórico, a luta de classes e a mais-valia, absoluta e relativa, e a visão do Estado como instrumento de dominação de classe, com a transição ao socialismo e ao comunismo. Também comparamos as leituras liberal e marxista de uma mesma política. [Apontar para o quadro da direita.] No tópico 6, vimos as mudanças do final do século XIX: a Segunda Revolução Industrial, a concentração e o capital financeiro, os trabalhadores organizados e o voto ampliado, e os primeiros seguros sociais, na Alemanha de Bismarck e, no Brasil, com a Lei Eloy Chaves e a CLT. Essas mudanças produziram o liberalismo social, as leis antitruste e o debate entre reforma, com Bernstein, e revolução, com Lênin. Na próxima unidade, os modelos de Estado do século XX e o Estado brasileiro. Nos vemos no encontro síncrono do dia 28 de outubro, às 19h.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eficiente e natural de coordenação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exploração e fonte de crises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Garantidor de direitos e contratos; deve ser limitado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da classe dominante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 / classe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no indivíduo livre e proprietário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nas classes sociais e em seu conflito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natural, base da liberdade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exploração, deve ser socializada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é um modo de produção histórico.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histórico, luta de classes e mais-valia (absoluta e relativa).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como instrumento de dominação de classe; socialismo e comunismo.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Liberais e marxistas fazem leituras opostas de uma mesma política.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Industrial, concentração e capital financeiro.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 e ampliação do voto.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de Bismarck; no Brasil, Lei Eloy Chaves e CLT.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 e leis antitruste.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(Bernstein) × revolução (Lênin).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do século XX e o Estado brasileiro.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2026-09-27T21:08:36Z</dcterms:created>
  <dcterms:modified xsi:type="dcterms:W3CDTF">2026-09-27T21:08:36Z</dcterms:modified>
</cp:coreProperties>
</file>