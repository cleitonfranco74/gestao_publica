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Pública</a:t>
            </a:r>
            <a:endParaRPr lang="en-US" sz="4600" dirty="0"/>
          </a:p>
        </p:txBody>
      </p:sp>
      <p:sp>
        <p:nvSpPr>
          <p:cNvPr id="6" name="Text 1"/>
          <p:cNvSpPr txBox="1"/>
          <p:nvPr/>
        </p:nvSpPr>
        <p:spPr>
          <a:xfrm>
            <a:off x="1243584" y="3456432"/>
            <a:ext cx="301752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969264"/>
            <a:ext cx="530352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Webaula: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concorrência perfeita é desmentida pelos monopólios.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 antitruste: Sherman Act (EUA,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 de alguma intervenção do Estado.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Bernstein: </a:t>
            </a:r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social-democracia e reformas graduais pela via eleitoral.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imperialismo (1916) e via revolucionária.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2026-09-26T15:52:33Z</dcterms:created>
  <dcterms:modified xsi:type="dcterms:W3CDTF">2026-09-26T15:52:33Z</dcterms:modified>
</cp:coreProperties>
</file>