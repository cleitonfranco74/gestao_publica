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2, vamos recapitular. [Apontar para o quadro da esquerda.] No tópico 3, vimos a dinâmica pendular: ora a sociedade pede mais mercado, ora mais Estado, porque cada extremo gera problemas que impulsionam o movimento de volta. Percorremos os marcos, do liberalismo do século XIX à crise de 1929, aos anos dourados, à estagflação, ao neoliberalismo e às crises de 2008 e 2020, e vimos como o pêndulo se moveu no Brasil. [Apontar para o quadro da direita.] No tópico 4, estudamos a matriz liberal, uma reação ao absolutismo e ao mercantilismo. Locke defendeu os direitos naturais e o governo limitado; Montesquieu, a separação dos poderes; Smith, a divisão do trabalho, a mão invisível e um Estado mínimo com três deveres; Ricardo, o livre comércio; e Say, a ideia de que a oferta cria a sua própria procura. Vimos também os limites desse Estado mínimo no século XIX. Na próxima unidade, a matriz marxista.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mais mercado, ora mais Estado: cada extremo gera problemas que impulsionam a volta.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Marcos: liberalismo, 1929, anos dourados, estagflação, neoliberalismo, 2008 e 2020.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Brasil: desenvolvimentismo, reformas dos anos 1990 e combinação a partir de 2003.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Reação ao absolutismo e ao mercantilismo.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Locke: direitos naturais e governo limitado; Montesquieu: separação dos poderes.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Smith: trabalho, divisão do trabalho, mão invisível e os três deveres do Estado mínimo.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(livre comércio) e Say (a oferta cria a procura).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do Estado mínimo no século XIX.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2026-09-26T21:34:00Z</dcterms:created>
  <dcterms:modified xsi:type="dcterms:W3CDTF">2026-09-26T21:34:00Z</dcterms:modified>
</cp:coreProperties>
</file>