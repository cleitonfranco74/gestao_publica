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os tópicos 3 e 4 do sumário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a dinâmica pendular entre Estado e mercado.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Entre 1929 e 1945, a Grande Depressão e a guerra desacreditam o laissez-faire, e surgem o keynesianismo e o New Deal.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4 do sumário: 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aprofundar John Locke, que viveu de 1632 a 1704. Para ele, os indivíduos têm direitos naturais, vida, liberdade e propriedade, que existem antes do Estado. O Estado nasce de um contrato social justamente para proteger esses direitos, e por isso o seu poder é limitado: o governo age dentro da lei e depende do consentimento dos governados. Se o governo viola esses direitos, a sociedade tem o direito de resistência. Essa herança está na nossa Constituição: o artigo 5º garante a inviolabilidade do direito à vida, à liberdade, à igualdade, à segurança e à propriedade.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2, vamos recapitular. [Apontar para o quadro da esquerda.] No tópico 3, vimos a dinâmica pendular: ora a sociedade pede mais mercado, ora mais Estado, porque cada extremo gera problemas que impulsionam o movimento de volta. Percorremos os marcos, do liberalismo do século XIX à crise de 1929, aos anos dourados, à estagflação, ao neoliberalismo e às crises de 2008 e 2020, e vimos como o pêndulo se moveu no Brasil. [Apontar para o quadro da direita.] No tópico 4, estudamos a matriz liberal, uma reação ao absolutismo e ao mercantilismo. Locke defendeu os direitos naturais e o governo limitado; Montesquieu, a separação dos poderes; Smith, a divisão do trabalho, a mão invisível e um Estado mínimo com três deveres; Ricardo, o livre comércio; e Say, a ideia de que a oferta cria a sua própria procura. Vimos também os limites desse Estado mínimo no século XIX. Na próxima unidade, a matriz marxista.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1929–1945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Depressão e guerra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 desacreditado: surgem Keynes e o New Deal.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invisível: Locke, Montesquieu, Smith, Ricardo e Say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liberalismo político: John Locke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1632–1704 · Dois Tratados sobre o Governo (1689)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liberdade e propriedade existem antes do Estado.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social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acordo para proteger esses direitos.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8580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age dentro da lei e depende do consentimento.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470916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46888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de resistência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governo viola os direitos, a sociedade pode resistir.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85800" y="3218688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21" name="Shape 15"/>
          <p:cNvSpPr/>
          <p:nvPr/>
        </p:nvSpPr>
        <p:spPr>
          <a:xfrm>
            <a:off x="850392" y="33832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22" name="Image 4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48386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328416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5º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a inviolabilidade do direito à vida, à liberdade, à igualdade, à segurança e à propriedade: herança do liberalismo político.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mais mercado, ora mais Estado: cada extremo gera problemas que impulsionam a volta.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Marcos: liberalismo, 1929, anos dourados, estagflação, neoliberalismo, 2008 e 2020.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Brasil: desenvolvimentismo, reformas dos anos 1990 e combinação a partir de 2003.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Reação ao absolutismo e ao mercantilismo.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Locke: direitos naturais e governo limitado; Montesquieu: separação dos poderes.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Smith: trabalho, divisão do trabalho, mão invisível e os três deveres do Estado mínimo.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(livre comércio) e Say (a oferta cria a procura).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do Estado mínimo no século XIX.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2026-09-27T21:03:25Z</dcterms:created>
  <dcterms:modified xsi:type="dcterms:W3CDTF">2026-09-27T21:03:25Z</dcterms:modified>
</cp:coreProperties>
</file>