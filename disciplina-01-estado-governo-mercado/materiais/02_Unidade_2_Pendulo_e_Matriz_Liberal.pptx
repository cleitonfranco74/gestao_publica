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57200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a 25/10/2026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2 · Leitura: COELHO (2014), dinâmica pendular e matriz liberal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3 e 4 · Webaula: 21/10, 19h · A1 até 25/10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entre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impulsionam o movimento de volta</a:t>
            </a:r>
            <a:endParaRPr lang="en-US" sz="1400" dirty="0"/>
          </a:p>
        </p:txBody>
      </p:sp>
      <p:pic>
        <p:nvPicPr>
          <p:cNvPr id="4" name="Image 0" descr="/tmp/claude-0/-home-user-zero-claude/d7e33190-c541-582c-a7cc-1156817732ce/scratchpad/deck/assets/pendu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7498080" cy="25328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3886200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debate atual não é “Estado ou mercado”, mas que Estado e que mercado.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SÉC. XVIII–XIX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substitui o mercantilismo.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Depressão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desacredita o laissez-faire.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dourados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Auge do Estado de bem-estar.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1973–1979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Petróleo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 e crise fiscal.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1979–2000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 e desregulamentação.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 / 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financeira e pandemia: retorno do Estado.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origens do liberalismo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o absolutismo e o mercantilismo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MERCANTILISMO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controla o comércio, concede monopólios e busca acumular metais preciosos.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 a liberdade individual, a propriedade e a limitação do poder.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 (1632–1704)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naturais: vida, liberdade e propriedade.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nasce de um contrato social para protegê-los.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limitado e direito de resistência.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Smith: A Riqueza das Nações (1776)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amm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riqueza vem do trabalho e da sua produtividade, não do ouro.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o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do 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 a produtividade (a fábrica de alfinetes).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Pap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invisível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interesse próprio, via mercado, promove o bem comum.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clássica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(vantagens comparativas) e Say completam a escola.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mínimo segundo Smith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deveres do soberano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hiel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a sociedade contra agressões externas.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Justiça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cada cidadão contra a injustiça de outros.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Manter obras e instituições que não dão lucro ao particular.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29184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Laissez-faire, laissez-passer: o Estado “guarda-noturno”.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2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21/10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2ª webaula, às 19h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1 (não avaliativos)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A1: questionário no SIGAA (Unidades 1 e 2),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matriz marxista e as mudanças do final do século XIX.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2: A dinâmica pendular e a matriz liberal</dc:title>
  <dc:subject>PptxGenJS Presentation</dc:subject>
  <dc:creator>Prof. Dr. Cleiton Franco</dc:creator>
  <cp:lastModifiedBy>Prof. Dr. Cleiton Franco</cp:lastModifiedBy>
  <cp:revision>1</cp:revision>
  <dcterms:created xsi:type="dcterms:W3CDTF">2026-09-26T16:11:18Z</dcterms:created>
  <dcterms:modified xsi:type="dcterms:W3CDTF">2026-09-26T16:11:18Z</dcterms:modified>
</cp:coreProperties>
</file>