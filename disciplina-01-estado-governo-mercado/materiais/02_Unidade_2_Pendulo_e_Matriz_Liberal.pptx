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3 e 4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mercado, mais Estado: um movimento histórico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se move?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MERCADO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e desemprego (1929)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e pobreza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e abusos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Estado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ESTADO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 e inflação (anos 1970–80)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e burocracia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mercado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033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de mercado e as falhas de governo alimentam, alternadamente, o movimento do pêndulo.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Depressão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desacredita o laissez-faire.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desenvolvimentista: Vargas, JK e regime militar criam estatais e bancos públicos.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Privatizações, abertura comercial, agências reguladoras e Lei de Responsabilidade Fiscal.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EM DIANTE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sociais ampliados, bancos públicos ativos em crises e concessões e PPPs.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percurso é aprofundado na disciplina Desenvolvimento e Mudanças no Estado Brasileiro.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formação da matriz liberal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 à mão invisível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do monarca não tem limites legais.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Liberdade individual, propriedade, governo limitado pela lei e livre iniciativa econômica.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Revoluções Inglesa (1688), Americana (1776) e Francesa (1789) põem essas ideias em prática.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contratualistas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indivíduos criam o Estado?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LEVIATÃ, 1651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estado de natureza há “guerra de todos contra todos”. Para ter segurança, os indivíduos entregam o poder a um soberano forte.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TRATADOS, 1689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indivíduos têm direitos naturais: vida, liberdade e propriedade. O governo existe para protegê-los e tem poder limitado.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SOCIAL, 1762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J.-J. Rousseau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soberania pertence ao povo e se expressa na vontade geral.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é o fundador do liberalismo político: governo limitado e direito de resistência contra a tirania.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a separação dos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Espírito das Leis (1748)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22960"/>
          </a:xfrm>
          <a:prstGeom prst="roundRect">
            <a:avLst>
              <a:gd name="adj" fmla="val 888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não se possa abusar do poder, é preciso que, pela disposição das coisas, o poder freie o poder.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591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e administra.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43656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80816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3591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9456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leis e fiscaliza.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001512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38672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5" name="Image 2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35915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87312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 conforme as leis.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85800" y="3154680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9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264408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2º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“São Poderes da União, independentes e harmônicos entre si, o Legislativo, o Executivo e o Judiciário.”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fábrica de alfinetes, dividir tarefas multiplica a produção de cada trabalhador.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coordenado pelos preços e pela concorrência,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próprio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jantar não vem da benevolência do açougueiro, e sim do interesse dele no próprio ganho.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dever de Smith hoje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064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Rodovias, saneamento, hospitais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de grande porte continuam dependendo do Estado, que pode executá-las diretamente ou contratá-las com a iniciativa privada.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direta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licita e paga a obra com recursos do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8.987/1995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constrói ou opera e é remunerada por tarifas (ex.: pedágio).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11.079/2004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público-privada: tarifa e/ou pagamento do poder público.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e Say: a economia política clássica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RICARDO (1817)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comparativas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 produz vinho e a Inglaterra, tecidos, com menor custo relativo. Especializando-se e trocando, os dois países ganham.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defesa do livre comércio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oferta cria sua própria procura”: toda produção gera renda suficiente para comprá-la.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não haveria crise geral de demanda (ideia criticada por Keynes em 1936)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limites do Estado mínimo no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 longas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14 a 16 horas, inclusive de crianças.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 urbana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industriais sem saneamento nem moradia digna.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periódicas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superprodução e desemprego.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Essas condições alimentam a crítica marxista e as reformas sociais do final do século XIX: tema da Unidade 3.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poder comum, cada um ameaça o outro. Para obter segurança, os indivíduos transferem o poder a um soberano (o Leviatã).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funda o liberalismo político: o governo existe para proteger esses direitos e tem poder limitado.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Montesquieu, em O Espírito das Leis (1748). A Constituição de 1988 adota a separação no art. 2º.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especialização e o livre comércio aumentam a produção total e beneficiam os países que trocam.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(crises, desigualdade) pedem mais Estado; falhas de governo (crise fiscal, ineficiência) pedem mais mercado.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2026-09-26T16:30:59Z</dcterms:created>
  <dcterms:modified xsi:type="dcterms:W3CDTF">2026-09-26T16:30:59Z</dcterms:modified>
</cp:coreProperties>
</file>