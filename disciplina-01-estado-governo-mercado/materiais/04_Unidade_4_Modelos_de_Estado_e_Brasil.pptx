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7 e 8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Crescimento, pleno emprego e direitos sociais universais nos países centrais.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brasileiro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 e à proteção social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município. Que falha de mercado ela corrige? Qual função do Estado cumpre? Em qual modelo de Estado ela se inspira?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2026-09-26T16:30:59Z</dcterms:created>
  <dcterms:modified xsi:type="dcterms:W3CDTF">2026-09-26T16:30:59Z</dcterms:modified>
</cp:coreProperties>
</file>