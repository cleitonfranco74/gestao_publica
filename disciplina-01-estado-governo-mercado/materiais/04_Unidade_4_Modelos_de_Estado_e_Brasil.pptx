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Unidades 7 e 8 · Webaulas: 04/11 e 11/11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Crescimento, pleno emprego e direitos sociais universais nos países centrais.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privatizações, desregulamentação e abertura comercial e financeira.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município. Que falha de mercado ela corrige? Qual função do Estado cumpre? Em qual modelo de Estado ela se inspira?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04/11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4ª webaula, às 19h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11/11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5ª webaula: revisão para a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2026-09-26T16:11:18Z</dcterms:created>
  <dcterms:modified xsi:type="dcterms:W3CDTF">2026-09-26T16:11:18Z</dcterms:modified>
</cp:coreProperties>
</file>