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os tópicos 1 e 2 do sumário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 da página de conteúdos: introdução à economia e seus conceitos básicos.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remuneração. A terra, que inclui os recursos naturais, como solo, água, minérios e florestas, recebe aluguel. O trabalho, o esforço físico e intelectual das pessoas, recebe salário. O capital, isto é, máquinas, equipamentos e instalações, recebe juros. E a capacidade empresarial, que organiza os demais fatores e assume os riscos, recebe lucro. Esses fatores circulam entre quatro agentes econômicos. As famílias ofertam fatores e consomem. As empresas contratam fatores e produzem. O governo tributa, oferece serviços, regula e redistribui renda. E o setor externo troca bens, serviços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econômico. Na economia de mercado, as decisões são descentralizadas e coordenadas pelos preços, com propriedade privada. Na economia planificada, um órgão central define as metas de produção, e a propriedade é estatal ou coletiva. Na economia mista, o mercado convive com regulação, empresas públicas e políticas sociais.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é o espaço, físico ou virtual, em que compradores e vendedores se encontram, e os preços funcionam como sinais. A lei da demanda diz que, tudo o mais constante, quando o preço sobe, a quantidade demandada cai. A lei da oferta diz que, quando o preço sobe, a quantidade ofertada aumenta. O equilíbrio acontece no preço em que a quantidade demandada é igual à ofertada. Acima dele sobra produto, e o preço tende a cair; abaixo dele falta produto, e o preço tende a subir. Um exemplo da gestão pública: se a prefeitura tabela o estacionamento rotativo abaixo do equilíbrio, a tendência é faltar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passar à Parte 2, uma distinção importante. A microeconomia estuda as unidades individuais: consumidores, empresas e mercados específicos, e como os preços se formam. A tarifa do ônibus que acabamos de ver é um tema micro. A macroeconomia estuda os agregados: PIB, emprego, inflação, juros, câmbio e contas públicas. Uma recessão que derruba a arrecadação do município é um tema macro. Grande parte do debate sobre o papel do Estado é macroeconômico, e é nesse terreno que Keynes vai atuar,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Estado, governo e mercado, conceitos e funções. Parecem conceitos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político-jurídica permanente e soberana sobre um território e sua população. O governo é o grupo que dirige o Estado num dado momento e define as políticas; é transitório. A administração pública é o aparelho, isto é, os órgãos, as entidades e os servidores, que executa as políticas definidas pelo governo. O mercado é a coordenação descentralizada das atividades econômicas, pela troca voluntária e pelos preços. E a sociedade civil reúne associações, movimentos e o terceiro setor, que não são Estado nem, estritamente, mercado. Um teste simples: quando o governo muda depois de uma eleição, o Estado brasileiro continua o mesmo, com a mesma Constituição, o mesmo território e as mesmas instituições permanentes. Muda apenas o grupo que conduz 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públicos: como ninguém pode ser excluído, surge o carona, o free rider, que usa sem pagar, e o mercado tende a não oferecê-los.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Repare que mesmo os defensores do mercado reconhecem essas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também falha. Este slide coloca lado a lado as falhas de mercado e as falhas de governo: a captura do Estado por interesses privados, a ineficiência, a corrupção, a rigidez burocrática e os custos de informação, já que o governo nem sempre sabe o que a população precisa. O Estado não é uma solução automática. E aqui está uma chave para toda a disciplina: o debate entre as matrizes teóricas é, em grande medida, um debate sobre qual falha é mais grave, a do mercado ou a do governo.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três. A função alocativa: ofertar bens que o mercado não provê de forma adequada, como segurança, saneamento e infraestrutura. A função distributiva: ajustar a distribuição da renda, com tributação progressiva e programas como o Bolsa Família e o BPC. E a função estabilizadora: buscar emprego, preços estáveis e crescimento, por meio das políticas fiscal e monetária.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Funciona assim: eu leio a pergunta, você pausa o vídeo, escolhe a sua resposta e, no slide seguinte, confere a correção.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destes NÃO é um elemento constitutivo do Estado? Letra a: Povo. Letra b: Território. Letra c: Soberania. Letra d: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Mercado. Os elementos clássicos do Estado são povo, território e soberania (poder político). O mercado é outra esfera de coordenação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Concursos públicos, leis e impessoalidade na administração expressam, segundo Weber, a dominação: Letra a: Tradicional. Letra b: Carismática. Letra c: Legal-racional. Letra d: Patrimonial.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Legal-racional. A dominação legal-racional baseia-se na obediência a normas impessoais: é a base da burocracia moderna e do art. 37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iluminação das ruas de uma cidade é um exemplo de bem: Letra a: Privado. Letra b: De clube. Letra c: Comum. Letra d: Público.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Público. É não rival (todos usam ao mesmo tempo) e não excludente (ninguém é impedido de usar). Por isso o mercado não a oferece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 fumaça das queimadas que prejudica a saúde de moradores de outras cidades é: Letra a: Uma externalidade negativa. Letra b: Um bem público. Letra c: Assimetria de informação. Letra d: Um monopólio natural.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Uma externalidade negativa. É um custo imposto a terceiros que não aparece no preço de nenhum produto: uma externalidade negativa, que justifica fiscalização e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IPTU progressivo e tarifa social de água cumprem qual função econômica do Estado? Letra a: Alocativa. Letra b: Distributiva. Letra c: Estabilizadora. Letra d: Fixação de preços.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Distributiva. São instrumentos da função distributiva: cobram mais de quem tem mais e reduzem o custo para as famílias de baixa renda. Com isso, encerramos a Unidade 1.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economia: conceitos básicos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problemas fundamentais, agentes, sistemas e mercado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9476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(o que é)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Terra: solo, água, minérios, florestas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Trabalho: esforço físico e intelectual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Capital: máquinas e instalações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empresarial: organiza e assume riscos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mais constante, preço ↑ → quantidade demandada ↓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gestão pública: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 tabelado abaixo do equilíbrio faz faltar vaga</a:t>
            </a:r>
            <a:endParaRPr lang="en-US" sz="145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 e macroeconomia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formas de olhar a economia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INDIVIDUAIS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consumidores, empresas e mercados específicos e a formação dos preços. Ex.: a tarifa do ônibus, o preço do combustível no município.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DA 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PIB, emprego, inflação, juros, câmbio e contas públicas. Ex.: uma recessão que derruba a arrecadação do município.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9184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parte do debate sobre o papel do Estado é macroeconômico: é o terreno de Keynes, que veremos na Unidade 4.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mercado: conceitos e funções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fundamentais, falhas de mercado e funções do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político-jurídica permanente e soberana sobre um território e sua população.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 e define as políticas. É transitório.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 pública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Órgãos, entidades e servidores que executam as políticas definidas pelo governo.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87752"/>
            <a:ext cx="245668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das atividades econômicas, pela troca voluntária e pelos preços.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43656" y="2587752"/>
            <a:ext cx="245668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setor: nem Estado nem, estritamente, mercado.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886200"/>
            <a:ext cx="7772400" cy="530352"/>
          </a:xfrm>
          <a:prstGeom prst="roundRect">
            <a:avLst>
              <a:gd name="adj" fmla="val 1379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muda após uma eleição, o Estado brasileiro continua o mesmo.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excludentes; surge o carona (free rider). Ex.: defesa, iluminação.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os defensores do mercado reconhecem essas falhas. Mas também existem falhas de governo (próximos slides).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× falhas de governo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mercado nem o Estado são perfeitos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 e o problema do carona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 e monopólios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 e desigualdade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GOVERNO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 privados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burocrática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de informação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entre as matrizes teóricas é, em grande medida, um debate sobre qual falha é mais grave.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2026-09-26T21:19:17Z</dcterms:created>
  <dcterms:modified xsi:type="dcterms:W3CDTF">2026-09-26T21:19:17Z</dcterms:modified>
</cp:coreProperties>
</file>