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economia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escolhas, agentes e mercados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conceitos básicos da disciplina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84048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muda após uma eleição, o Estado brasileiro continua o mesmo.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2026-09-26T16:30:59Z</dcterms:created>
  <dcterms:modified xsi:type="dcterms:W3CDTF">2026-09-26T16:30:59Z</dcterms:modified>
</cp:coreProperties>
</file>