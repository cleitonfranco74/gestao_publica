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economia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escolhas, agentes e mercados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03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demandada ↓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60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conceitos básicos da disciplina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permanente e soberana sobre um território.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momento. É transitório.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pela troca voluntária e pelos preços.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setor, fora do Estado e do mercado estrito.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84048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muda após uma eleição, o Estado brasileiro continua o mesmo.</a:t>
            </a:r>
            <a:endParaRPr lang="en-US" sz="14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excludentes: defesa, iluminação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existem falhas de governo: captura, ineficiência, corrupção e rigidez burocrática.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2026-09-26T20:14:11Z</dcterms:created>
  <dcterms:modified xsi:type="dcterms:W3CDTF">2026-09-26T20:14:11Z</dcterms:modified>
</cp:coreProperties>
</file>