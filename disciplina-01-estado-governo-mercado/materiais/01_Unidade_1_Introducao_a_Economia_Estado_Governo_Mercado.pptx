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</a:t>
            </a:r>
            <a:endParaRPr lang="en-US" sz="4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Pública</a:t>
            </a:r>
            <a:endParaRPr lang="en-US" sz="4600" dirty="0"/>
          </a:p>
        </p:txBody>
      </p:sp>
      <p:sp>
        <p:nvSpPr>
          <p:cNvPr id="6" name="Text 1"/>
          <p:cNvSpPr txBox="1"/>
          <p:nvPr/>
        </p:nvSpPr>
        <p:spPr>
          <a:xfrm>
            <a:off x="1243584" y="3456432"/>
            <a:ext cx="301752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920240" y="969264"/>
            <a:ext cx="530352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economia; Estado, governo e mercado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1 · Leitura: COELHO (2014), conceitos básicos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1 e 2 · Webaula: 14/10, 19h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economia?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de escolher com recursos limitados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61872"/>
            <a:ext cx="7498080" cy="1207008"/>
          </a:xfrm>
          <a:prstGeom prst="roundRect">
            <a:avLst>
              <a:gd name="adj" fmla="val 606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 social que estuda como a sociedade emprega recursos escassos para produzir bens e serviços e distribuí-los entre as pessoas.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recursos são limitados e as necessidades, ilimitadas. Por isso é preciso escolher.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Exchang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oportunidade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da melhor alternativa sacrificada. Construir uma ponte pode significar não construir uma escola.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problemas econômicos fundamentais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sociedade precisa respondê-los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bens e em que quantidade: hospitais ou estradas?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que tecnologia e com que combinação de fatores?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distribuir o produto e a renda?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responder a essas perguntas define o sistema econômico.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produção e agentes econômicos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37033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08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Aluguel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empresarial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617720" y="1188720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75488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14447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03520" y="1261872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Ofertam fatores e consomem.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617720" y="2020824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54880" y="2176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464" y="227685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03520" y="2093976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Contratam fatores e produzem.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617720" y="2852928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754880" y="30083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464" y="3108960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03520" y="2926080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Tributa, provê, regula e redistribui.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4617720" y="3685032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54880" y="3840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464" y="3941064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03520" y="3758184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externo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bens e capitais com o país.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econômicos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e como a economia é coordenada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mercado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descentralizadas, coordenadas pelos preços. Propriedade privada.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lipboard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órgão central define metas de produção. Propriedade estatal ou coletiva.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com regulação, empresas públicas e políticas sociais.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economias atuais são mistas. O que muda é o grau de presença do Estado.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Mercado: oferta, demanda e preço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4206240" cy="3017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demanda: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demandada ↓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oferta: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ofertada ↑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demandada = quantidade ofertada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do 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acima gera sobra; preço abaixo gera falta</a:t>
            </a:r>
            <a:endParaRPr lang="en-US" sz="1600" dirty="0"/>
          </a:p>
        </p:txBody>
      </p:sp>
      <p:pic>
        <p:nvPicPr>
          <p:cNvPr id="4" name="Image 0" descr="/tmp/claude-0/-home-user-zero-claude/d7e33190-c541-582c-a7cc-1156817732ce/scratchpad/deck/assets/oferta_dema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188720"/>
            <a:ext cx="3383280" cy="25374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que não devem ser confundidos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permanente e soberana sobre um território. Para Weber, detém o monopólio do uso legítimo da força.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que dirige o Estado em dado momento. É transitório.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83464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09067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90779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Coordenação descentralizada pela troca voluntária e pelos preços.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83464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09067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90779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civil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Associações, movimentos e terceiro setor, fora do Estado e do mercado estrito.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Estado atua? As falhas de mercado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rivais e não excludentes: defesa, iluminação pública.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Poluição (negativa); vacinação e educação (positivas).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naturais: saneamento, energia.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Saúde, crédito, medicamentos.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Desemprego, recessão e inflação.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renda considerada injusta.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033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existem falhas de governo: captura, ineficiência, corrupção e rigidez burocrática.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funções econômicas do Estado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Richard Musgrave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R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Ofertar bens que o mercado não provê: segurança, saneamento, infraestrutura.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a distribuição da renda: tributação progressiva, Bolsa Família, BPC.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Emprego, preços estáveis e crescimento, por meio das políticas fiscal e monetária.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da disciplina no SIGAA; vídeo de apresentação e Videoaula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14/10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webaula (aula inaugural), às 19h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1: que falha de mercado uma política pública do seu município procura corrigir?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dinâmica pendular entre Estado e mercado e a matriz liberal.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1: Introdução à economia; Estado, governo e mercado</dc:title>
  <dc:subject>PptxGenJS Presentation</dc:subject>
  <dc:creator>Prof. Dr. Cleiton Franco</dc:creator>
  <cp:lastModifiedBy>Prof. Dr. Cleiton Franco</cp:lastModifiedBy>
  <cp:revision>1</cp:revision>
  <dcterms:created xsi:type="dcterms:W3CDTF">2026-09-26T15:52:33Z</dcterms:created>
  <dcterms:modified xsi:type="dcterms:W3CDTF">2026-09-26T15:52:33Z</dcterms:modified>
</cp:coreProperties>
</file>