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vídeo. Boas-vindas à disciplina Estado, Governo e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Olá! Seja bem-vindo(a) à disciplina Estado, Governo e Mercado, a primeira do Módulo Básico da Especialização em Gestão Pública. Eu sou o Prof. Dr. Cleiton Franco. A disciplina acontece no 1º bloco, de 9 de outubro a 15 de novembro de 2026, com 30 horas.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professor: formação em Ciências Contábeis pela UNEMAT, mestrado em Economia pela UFMT, doutorado em Economia pelo PIMES/UFPE e pós-doutorado em Administração. Atualmente, docente do curso de Ciências Contábeis em Sinop e coordenador de projetos de pesquisa em políticas públicas e avaliação de impacto.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central da disciplina: qual deve ser o papel do Estado na economia e na sociedade, e qual deve ser o papel do mercado? Ela aparece no dia a dia do gestor e é a base das próximas disciplinas.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Ementa da disciplina, conforme o PPC, e o objetivo geral.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disciplina tem quatro unidades. A primeira vai de 9 a 18 de outubro; a segunda, de 19 a 25 de outubro; a terceira, de 26 de outubro a 1º de novembro; e a quarta, de 2 a 15 de novembro, com a última semana dedicada à revisão e à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livro-texto base é o de Ricardo Corrêa Coelho, Estado, governo e mercado, disponível no EduCAPES. Há também leituras complementares. Os conteúdos, os slides, os estudos de caso e os exercícios estão na página da disciplina: cleitonfranco74.github.io/gestao_publica. Use sempre fontes autorizadas: EduCAPES, Biblioteca Virtual da UNEMAT, BDTD e fontes oficiais.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30 horas: 28 horas e meia de estudo assíncrono no SIGAA e um único encontro síncrono de 1h30 pelo Google Meet, na segunda-feira, 26 de outubro, das 19h às 20h30. A presença nesse encontro é obrigatória, porque o PPC exige 75% de frequência nas atividades síncronas. O encontro fica gravado no SIGAA.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disciplina tem quatro fóruns, todos na Turma Virtual do SIGAA e nenhum vale nota, mas eles são o nosso principal espaço de diálogo. No fórum de apresentação, até 18 de outubro, você se apresenta em 5 a 10 linhas e comenta a apresentação de um colega. O fórum de dúvidas fica aberto a disciplina toda, e o mediador responde em até 48 horas úteis. O fórum temático 1, também até 18 de outubro, pergunta que falha de mercado uma política pública do seu município procura corrigir e qual função do Estado ela cumpre. O fórum temático 2, de 26 de outubro a 1º de novembro, pede que você avalie uma política pública pelos olhos de um liberal e de um marxista, um ótimo treino para a A3. Para participar, entre na Turma Virtual, vá em Fóruns, abra o fórum da semana e clique em Cadastrar novo tópico.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três avaliações a distância. A A1, até 25 de outubro, e a A2, até 8 de novembro, são questionários de dez questões. A A3, até 15 de novembro, tem dez questões objetivas e um estudo de caso discursivo. A média de A1 e A2 vale 40% e a A3 vale 60%. A aprovação exige nota 7,0 e 75% de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perder uma avaliação por motivo justificado pode requerer a 2ª chamada, com documento comprobatório. Quem não atingir a nota de aprovação pode fazer a Prova Final, conforme as normas da UNEMAT. As datas são definidas pela Coordenação.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mapa do bloco. Anote as datas: o único encontro síncrono é na segunda-feira, 26 de outubro, às 19h; A1 até 25 de outubro; A2 até 8 de novembro; A3 até 15 de novembro, quando a disciplina se encerra. Todas as entregas até 23h55.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rotina: assista à videoaula, leia o livro e a página de conteúdos, revise com os slides e os exercícios de fixação, participe dos fóruns e do encontro síncrono e entregue as atividades antes das 23h55 do prazo.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começar: acesse o SIGAA, apresente-se no fórum até 18 de outubro e anote na agenda o nosso encontro síncrono, na segunda-feira, 26 de outubro, às 19h. Bons estudos!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de apresentação da disciplina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de apresentação da disciplina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de Oferta: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09/10/2026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horária: 30 h/a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 h assíncronas no SIGAA · 1,5 h síncrona (encontro virtual em 26/10, 19h)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acadêmica e atuação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420624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490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1591056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48132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acadêmica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084832"/>
            <a:ext cx="388620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Graduação: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Ciências Contábeis, UNEMAT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Economia, UFMT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Doutorado: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Economia, PIMES/UFPE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Pós-doutorado: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Administração, ESAN/UFMS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120640" y="1325880"/>
            <a:ext cx="33375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</p:sp>
      <p:sp>
        <p:nvSpPr>
          <p:cNvPr id="10" name="Shape 7"/>
          <p:cNvSpPr/>
          <p:nvPr/>
        </p:nvSpPr>
        <p:spPr>
          <a:xfrm>
            <a:off x="5303520" y="1490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A8C85"/>
          </a:solidFill>
          <a:ln/>
        </p:spPr>
      </p:sp>
      <p:pic>
        <p:nvPicPr>
          <p:cNvPr id="11" name="Image 1" descr="/tmp/claude-0/-home-user-zero-claude/d7e33190-c541-582c-a7cc-1156817732ce/scratchpad/deck/assets/icon_FaBriefc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4104" y="159105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79592" y="148132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Atuação atual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303520" y="2084832"/>
            <a:ext cx="301752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do curso de Ciências Contábeis da UNEMAT, câmpus de Sinop/MT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projetos de pesquisa em políticas públicas e avaliação de impacto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estudar esta disciplina?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guia as quatro unidades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25880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deve ser o papel do Estado na economia e na sociedade, e qual deve ser o papel do mercado?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86207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679192"/>
            <a:ext cx="2971800" cy="12710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seu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Tarifas, concessões, programas sociais, regulação e orçamento respondem a essa pergunta todos os dias.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060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ProjectDiagr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86207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679192"/>
            <a:ext cx="2971800" cy="12710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curso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para O Público e o Privado, Desenvolvimento do Estado Brasileiro e Políticas Públicas.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 e objetivo geral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o Projeto Pedagógico do Curso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46634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básicos. A dinâmica pendular das relações entre Estado e mercado. Duas matrizes teóricas para a interpretação das relações entre Estado e mercado: a liberal e a marxista. A formação da matriz do pensamento liberal. A matriz marxista. As mudanças nas sociedades capitalistas no final do século XIX e seus impactos sobre as matrizes marxista e liberal. O Estado liberal. O Estado socialista. O Estado de bem-estar social. O Estado neoliberal.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532120" y="1298448"/>
            <a:ext cx="2926080" cy="310896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geral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Compreender as relações entre Estado, governo e mercado à luz dos fundamentos da economia e das matrizes liberal e marxista, analisando os modelos de Estado e suas implicações para a gestão pública brasileira.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da disciplina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unidades, uma videoaula para cada uma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economia; Estado, governo e mercado; falhas de mercado e funções do Estado.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67462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 entre Estado e mercado e a matriz liberal (Locke e Adam Smith).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 e as mudanças do capitalismo no final do século XIX.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65226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liberal, socialista, de bem-estar e neoliberal; o Estado brasileiro.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síncrono único: segunda-feira, 26/10, às 19h. De 09/11 a 15/11: revisão e Avaliação A3.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Bibliografia e fontes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obrigatória, complementar e repositórios autorizados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657600" cy="3063240"/>
          </a:xfrm>
          <a:prstGeom prst="roundRect">
            <a:avLst>
              <a:gd name="adj" fmla="val 179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LIVRO-TEXTO BASE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COELHO, Ricardo Corrêa. Estado, governo e mercado. 3. ed. Florianópolis: UFSC; Brasília: CAPES/UAB, 2014.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obrigatória em todas as unidades. Acesso livre no Portal EduCAPES (coleção PNAP, Módulo Básico) e na página da disciplina.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Básicas do PPC também: LEITE JÚNIOR (2009); WEFFORT (1996).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298448"/>
            <a:ext cx="388620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Leituras complementares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BOBBIO (1987); VASCONCELLOS, Economia: micro e macro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 (1995); BRESSER-PEREIRA (1998)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1988; Lei de Responsabilidade Fiscal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3017520"/>
            <a:ext cx="3886200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buscar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da disciplina: </a:t>
            </a:r>
            <a:endParaRPr lang="en-US" sz="15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cleitonfranco74.github.io/gestao_publica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EduCAPES · Biblioteca Virtual da UNEMAT · BDTD · fontes oficiais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ecossistema de aprendizagem (30 h/a)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horas da disciplina se distribuem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54480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 H ASSÍNCRONAS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núcleo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Videoaulas, leituras, fóruns, exercícios de fixação e avaliações no SIGAA, no seu ritmo, seguindo o roteiro de entregas.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5448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H SÍNCRONA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encontro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Único, no Google Meet: segunda-feira, 26/10, 19h às 20h30. Revisão das Unidades 1 e 2, abertura da Unidade 3 e orientações para A2 e A3.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HandsHelp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5448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MEDIAÇÃO PEDAGÓGICA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apoio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mediador acompanha sua participação e leva dúvidas e dificuldades ao professor.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730752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obrigatória no encontro síncrono (PPC: 75% de frequência nas atividades síncronas).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Fóruns da disciplina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fóruns na Turma Virtual do SIGAA, todos sem nota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61872"/>
          <a:ext cx="77724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4892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 aluno faz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a 18/10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Posta de 5 a 10 linhas: nome, cidade e polo, onde trabalha e o que entende hoje por “papel do Estado na economia”. Comenta a apresentação de pelo menos um colega.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dúvidas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disciplina toda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Tira dúvidas de conteúdo e de organização, indicando a unidade e o slide ou a página. O mediador responde em até 48 horas úteis.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a 18/10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“Que falha de mercado uma política pública do seu município procura corrigir? Qual função do Estado (alocativa, distributiva ou estabilizadora) ela cumpre?” Postagem de 10 a 20 linhas e comentários em pelo menos 2 colegas.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a 01/11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“Escolha uma política pública e explique como um liberal e um marxista a avaliariam.” Postagem de 15 a 25 linhas e comentários em 2 colegas. Serve de treino para o estudo de caso da A3.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avaliação: três etapas, todas a distância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25/10 · 40% (COM A A2)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Questionário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no SIGAA sobre as Unidades 1 e 2. Uma tentativa de 60 minutos.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08/11 · 40% (COM A A1)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Questionário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no SIGAA sobre as Unidades 3 e 4. Uma tentativa de 60 minutos.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15/11 · 60%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Objetivas + caso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e um estudo de caso discursivo sobre todo o conteúdo, enviado em arquivo.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Aprovação: nota final igual ou superior a 7,0 e 75% de frequência. Exercícios de fixação (sem nota) ajudam a preparar cada avaliação.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de segurança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chamada e Prova Final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3794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CHAMADA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perdeu A1, A2 ou A3 por motivo justificado.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Requerimento com documento comprobatório, nos prazos e condições das normas da UNEMAT.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A3: 10 objetivas + estudo de caso, a distância.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definida pela Coordenação.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325880"/>
            <a:ext cx="3794760" cy="2651760"/>
          </a:xfrm>
          <a:prstGeom prst="roundRect">
            <a:avLst>
              <a:gd name="adj" fmla="val 206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FINAL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não atingir a nota de aprovação, nas condições das normas vigentes.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conteúdo da disciplina.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A3: 10 objetivas + estudo de caso, a distância.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definida pela Coordenação.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do 1º bloco: 09/10 a 15/11/2026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das unidades, do encontro síncrono e das avaliações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98448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Outubro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no SIGAA · Unidade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18/10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Fóruns de apresentação e temático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25/10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3 · encontro síncrono, 19h–20h30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298448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Novembro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09/11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de revisão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A3 · encerramento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Após 15/11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2ª chamada e Prova Final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estudar a cada semana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rotina de 6 a 7 horas por semana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videoaula da unidade no SIGAA.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280514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Leia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livro-texto e a página de conteúdos.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3875227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os slides e os exercícios de fixação.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69941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fóruns e do encontro síncrono (26/10).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064654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atividades antes das 23h55 do prazo.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033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deixe para a última hora: os prazos do SIGAA fecham automaticamente.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SignIn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Acesse o SIGAA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a turma virtual e confira o roteiro da Unidade 1.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mm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Apresente-se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no fórum de apresentação até 18/10.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Vide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Anote na agenda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síncrono em 26/10, segunda-feira, às 19h.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22960" y="2852928"/>
            <a:ext cx="7498080" cy="1234440"/>
          </a:xfrm>
          <a:prstGeom prst="roundRect">
            <a:avLst>
              <a:gd name="adj" fmla="val 5926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Compreender a relação entre Estado e mercado é o primeiro passo para decidir melhor em nome do interesse público. Bons estudos!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Videoaula de apresentação da disciplina</dc:title>
  <dc:subject>PptxGenJS Presentation</dc:subject>
  <dc:creator>Prof. Dr. Cleiton Franco</dc:creator>
  <cp:lastModifiedBy>Prof. Dr. Cleiton Franco</cp:lastModifiedBy>
  <cp:revision>1</cp:revision>
  <dcterms:created xsi:type="dcterms:W3CDTF">2026-09-28T20:55:56Z</dcterms:created>
  <dcterms:modified xsi:type="dcterms:W3CDTF">2026-09-28T20:55:56Z</dcterms:modified>
</cp:coreProperties>
</file>