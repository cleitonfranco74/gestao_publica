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qual deve ser o papel do Estado na economia e na sociedade, e qual deve ser o papel do mercado?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28 horas e meia de estudo assíncrono no SIGAA e um encontro síncrono de 1h30 pelo Google Meet, na quarta-feira, 28 de outubro, das 19h às 20h30. A presença nesse encontro é obrigatória, porque o PPC exige 75% de frequência nas atividades síncronas. O encontro fica gravado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o encontro síncrono é no dia 28 de outubro, às 19h;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dos fóruns e do encontro síncrono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anote na agenda o nosso encontro síncrono, em 28 de outubro, às 19h. Bons estudos!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 no SIGAA · 1,5 h síncrona (encontro virtual em 28/10, 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deve ser o papel do Estado na economia e na sociedade, e qual deve ser o papel do mercado?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único: 28/10, às 19h. De 09/11 a 15/11: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310128"/>
            <a:ext cx="3886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H SÍNCRONA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encontro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encontro virtual no Google Meet: quarta-feira, 28/10, das 19h às 20h30. Revisão das Unidades 1 a 3 e orientações para A2 e A3.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30752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obrigatória no encontro síncrono (PPC: 75% de frequência nas atividades síncronas).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do encontro síncrono e das avaliações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síncrono, 19h–20h30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fóruns e do encontro síncrono (28/10).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Anote na agenda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em 28/10, quarta-feira,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2026-09-26T16:30:59Z</dcterms:created>
  <dcterms:modified xsi:type="dcterms:W3CDTF">2026-09-26T16:30:59Z</dcterms:modified>
</cp:coreProperties>
</file>