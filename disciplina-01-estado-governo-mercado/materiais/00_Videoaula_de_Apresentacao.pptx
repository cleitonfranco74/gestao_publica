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qual deve ser o papel do Estado na economia e na sociedade, e qual deve ser o papel do mercado?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cerca de 22 horas e meia de estudo assíncrono no SIGAA e 7 horas e meia em cinco webaulas de 1h30, às quartas às 19h, nos dias 14, 21 e 28 de outubro e 4 e 11 de novembro. A frequência mínima nas atividades síncronas é de 75%. (Horários sugeridos; confirmar com a Coordenação.)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webaulas às quartas, 14, 21 e 28 de outubro e 4 e 11 de novembro;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 fórum e da webaula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participe da aula inaugural em 14 de outubro, às 19h. Bons estudos e até a nossa primeira webaula!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57200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 h assíncronas no SIGAA · 7,5 h síncronas (5 webaulas de 1h30)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deve ser o papel do Estado na economia e na sociedade, e qual deve ser o papel do mercado?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09/11 a 15/11: semana de revisão, webaula de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2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310128"/>
            <a:ext cx="3886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450592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3042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450592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3042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7,5 H 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conexão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webaulas de 1h30 no Google Meet, às quartas-feiras, às 19h: 14/10, 21/10, 28/10, 04/11 e 11/11.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450592"/>
          </a:xfrm>
          <a:prstGeom prst="roundRect">
            <a:avLst>
              <a:gd name="adj" fmla="val 2239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30428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904488"/>
            <a:ext cx="7772400" cy="475488"/>
          </a:xfrm>
          <a:prstGeom prst="roundRect">
            <a:avLst>
              <a:gd name="adj" fmla="val 1538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Frequência mínima de 75% nas atividades síncronas (PPC).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webaulas e avaliações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14/10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webaula: aula inaugural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21/10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webaula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3 · 3ª webaula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04/11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4ª webaula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11/11 (qua)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5ª webaula: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fórum e da webaula de quarta-feira.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Aula inaugural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Webaula em 14/10, quarta-feira,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2026-09-26T16:11:17Z</dcterms:created>
  <dcterms:modified xsi:type="dcterms:W3CDTF">2026-09-26T16:11:17Z</dcterms:modified>
</cp:coreProperties>
</file>