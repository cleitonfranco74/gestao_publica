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10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1188720" y="2157984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3600" dirty="0"/>
          </a:p>
        </p:txBody>
      </p:sp>
      <p:sp>
        <p:nvSpPr>
          <p:cNvPr id="7" name="Text 2"/>
          <p:cNvSpPr txBox="1"/>
          <p:nvPr/>
        </p:nvSpPr>
        <p:spPr>
          <a:xfrm>
            <a:off x="1188720" y="32369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Produtores de dados e fontes de informação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1243584" y="3785616"/>
            <a:ext cx="493776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____ · Prof. Dr. Cleiton Franco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69264"/>
            <a:ext cx="640080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Produtores de dados e fontes de informação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· a definir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da unidade: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(__/__ a __/__)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3 · Leitura: JANNUZZI (2014), fontes de dados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conteúdos: Unidades 5 e 6 · Encontro síncrono (19h)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produtores de dados no Brasil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697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produz as informações que o gestor usa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produz dados e indicadores no Brasil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Chart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 o sistema estatístico: censos, pesquisas amostrais e contas nacionais.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126187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(DATASUS), Educação (INEP), Trabalho (RAIS, CAGED), Desenvolvimento Social (CadÚnico).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85800" y="274320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Univers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992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81635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e finanças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(juros, crédito, expectativas) e Tesouro (SICONFI).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709160" y="274320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7" name="Image 3" descr="/tmp/claude-0/-home-user-zero-claude/d7e33190-c541-582c-a7cc-1156817732ce/scratchpad/deck/assets/icon_Fa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99923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81635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cooperação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IPEA, PNUD e Fundação João Pinheiro (Atlas Brasil), institutos estaduais.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tipos de fonte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com vantagens e limites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Vantagens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Cobrem toda a população; dados para todos os municípios e bairros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Caros e realizados a cada 10 anos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Pesquisas amostrais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Frequentes e detalhadas; custo menor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geral não trazem dados municipais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administrativos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Contínuos, municipais e de baixo custo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cobrem quem é registrado; dependem da qualidade do registro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342900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bom diagnóstico combina as três fontes: o censo como base, as pesquisas para temas específicos e os registros para acompanhar a evolução.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Censo Demográfico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24566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1679448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todos os domicílios do país.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43656" y="1188720"/>
            <a:ext cx="24566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80816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9456" y="1261872"/>
            <a:ext cx="1679448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Decenal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recente foi realizado em 2022 (adiado de 2020).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01512" y="1188720"/>
            <a:ext cx="24566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38672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MapMarked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44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87312" y="1261872"/>
            <a:ext cx="1679448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Detalhado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para municípios, bairros e setores censitários.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2651760"/>
            <a:ext cx="7772400" cy="1645920"/>
          </a:xfrm>
          <a:prstGeom prst="roundRect">
            <a:avLst>
              <a:gd name="adj" fmla="val 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o gestor usa o Censo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população: idade, sexo, cor/raça, escolaridade, renda e condições de moradia.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 das taxas e base para as estimativas populacionais anuais (usadas no FPM).</a:t>
            </a:r>
            <a:endParaRPr lang="en-US" sz="15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do IDHM e de indicadores do Atlas Brasil.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amostrais e institucionais do IBGE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PNAD Contínua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Trabalho, desocupação, informalidade e rendimento.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118872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POF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familiares; base dos pesos do IPCA.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87752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PERIÓDICA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saúde, doenças crônicas e acesso a serviços.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2587752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gestão das prefeituras: conselhos, planos, órgãos.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pesquisas amostrais, como a PNAD Contínua, não trazem resultados para a maioria dos municípios.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administrativos e cadastros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697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nascem da gestão das políticas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registros administrativos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Órgão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 possíveis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e SINASC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Ministério da Saúde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Mortalidade infantil e por causas; nascidos vivos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 Escolar, SAEB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INEP (MEC)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Matrículas, rendimento escolar, IDEB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 e Novo CAGED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Ministério do Trabalho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Emprego formal, salários, saldo de vagas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SICONFI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Tesouro Nacional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Receitas, despesas e gasto com pessoal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Estatísticas eleitorais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Eleitorado e participação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61188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dados municipais e frequentes. Limite: a RAIS, por exemplo, não capta o trabalho informal.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 públicos e dados de programas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379476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ÚNICO (CADÚNICO)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das famílias de baixa renda, com dados de moradia, escolaridade, trabalho e renda.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Bolsa Família, da tarifa social de energia e de dezenas de programas.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3794760" cy="3017520"/>
          </a:xfrm>
          <a:prstGeom prst="roundRect">
            <a:avLst>
              <a:gd name="adj" fmla="val 1818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E CUIDADOS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famílias vulneráveis por bairro e focalizar ações.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cadastro de demanda, não censo: quem não se cadastrou não aparece.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atualização periódica pelas equipes municipais.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encontrar os dados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Portais de acesso livre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C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26187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Cidades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cidades.ibge.gov.br: panorama de cada município.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343656" y="118872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0816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4475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9456" y="126187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SIDRA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sidra.ibge.gov.br: tabelas das pesquisas do IBGE.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001512" y="118872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38672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GlobeAmeric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4475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312" y="126187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Brasil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atlasbrasil.org.br: IDHM e indicadores municipais.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85800" y="274320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NotesMedic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99923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281635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datasus.saude.gov.br: dados de saúde (TabNet).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3343656" y="274320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480816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22" name="Image 4" descr="/tmp/claude-0/-home-user-zero-claude/d7e33190-c541-582c-a7cc-1156817732ce/scratchpad/deck/assets/icon_FaSchoo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299923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029456" y="281635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INEP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Escolar, IDEB e SAEB.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001512" y="274320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38672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26" name="Image 5" descr="/tmp/claude-0/-home-user-zero-claude/d7e33190-c541-582c-a7cc-1156817732ce/scratchpad/deck/assets/icon_FaSearchDoll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9256" y="2999232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687312" y="281635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 Transparência: recursos federais e beneficiários.</a:t>
            </a:r>
            <a:endParaRPr lang="en-US" sz="1450" dirty="0"/>
          </a:p>
        </p:txBody>
      </p:sp>
      <p:sp>
        <p:nvSpPr>
          <p:cNvPr id="28" name="Text 20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fonte para cada indicador?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do diagnóstico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 por faixa etária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 2022 e estimativas populacionais (IBGE)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mortalidade infantil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e SINASC (DATASUS)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IDEB e taxa de aprovação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de empregos formais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CAGED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Famílias em situação de pobreza cadastradas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CadÚnico (MDS)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própria do município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SICONFI (Tesouro Nacional)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79476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cite a fonte e o ano de referência do dado.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da Unidade 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prazos da unidade (todas as entregas até 23h55)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Videoaula 3 e leitura da unidade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__/__, 19h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Encontro síncrono (Google Meet): dúvidas e orientações para A2 e A3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__/__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Fórum temático 2: monte uma ficha com 5 indicadores do seu município e as respectivas fontes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84048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unidade: dados e indicadores econômicos e boletins de conjuntura.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109728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2A8C85"/>
          </a:solidFill>
          <a:ln/>
        </p:spPr>
      </p:sp>
      <p:pic>
        <p:nvPicPr>
          <p:cNvPr id="3" name="Image 0" descr="/tmp/claude-0/-home-user-zero-claude/d7e33190-c541-582c-a7cc-1156817732ce/scratchpad/deck/assets/icon_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perguntas para revisar a unidade. Pause o vídeo, escolha sua resposta e confira no slide seguinte.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1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fonte oferece dados para todos os municípios e bairros, mas só a cada 10 anos?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PNAD Contínua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Demográfico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Focus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1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fonte oferece dados para todos os municípios e bairros, mas só a cada 10 anos?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PNAD Contínua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Demográfico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Focus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Censo é universal e decenal; o mais recente é de 2022.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2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desocupação trimestral vem da: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PNAD Contínua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SINASC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2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desocupação trimestral vem da: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PNAD Contínua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SINASC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a)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PNAD Contínua investiga trabalho e rendimento a cada trimestre.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3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óbitos e nascidos vivos vêm de: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CadÚnico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e SINASC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SICONFI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3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óbitos e nascidos vivos vêm de: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CadÚnico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e SINASC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SICONFI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c)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sistemas de informação do Ministério da Saúde, disponíveis no DATASUS.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4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limitação do CadÚnico é: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 dados municipais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realizado a cada dez anos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apenas a inflação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só quem se cadastrou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4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limitação do CadÚnico é: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 dados municipais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realizado a cada dez anos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apenas a inflação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só quem se cadastrou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d)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cadastro de demanda: famílias que não se cadastraram não aparecem.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5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do IBGE sobre a estrutura e a gestão das prefeituras é 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3 · PERGUNTA 5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do IBGE sobre a estrutura e a gestão das prefeituras é 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MUNIC traz dados sobre conselhos, planos, órgãos e políticas municipais.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Socioeconômicos na Gestão Pública – Unidade 3: Produtores de dados e fontes de informação</dc:title>
  <dc:subject>PptxGenJS Presentation</dc:subject>
  <dc:creator>Prof. Dr. Cleiton Franco</dc:creator>
  <cp:lastModifiedBy>Prof. Dr. Cleiton Franco</cp:lastModifiedBy>
  <cp:revision>1</cp:revision>
  <dcterms:created xsi:type="dcterms:W3CDTF">2026-09-26T16:46:08Z</dcterms:created>
  <dcterms:modified xsi:type="dcterms:W3CDTF">2026-09-26T16:46:08Z</dcterms:modified>
</cp:coreProperties>
</file>